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Know-Thyself: A Role-Based Academic Growth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Proof of Concept &amp; Implementation Evidence</a:t>
            </a:r>
          </a:p>
          <a:p>
            <a:r>
              <a:t>(Innovator / Best Project Award Submission)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Traditional academic systems focus heavily on marks, not holistic student growth.</a:t>
            </a:r>
          </a:p>
          <a:p>
            <a:pPr/>
            <a:r>
              <a:t>Lack of a centralized digital platform for reflection, self-assessment, and faculty review.</a:t>
            </a:r>
          </a:p>
          <a:p>
            <a:pPr/>
            <a:r>
              <a:t>Manual tracking of student progress is time-consuming and inconsistent.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role-based web application for students and teachers.</a:t>
            </a:r>
          </a:p>
          <a:p>
            <a:pPr/>
            <a:r>
              <a:t>Students submit self-assessments and growth reflections.</a:t>
            </a:r>
          </a:p>
          <a:p>
            <a:pPr/>
            <a:r>
              <a:t>Teachers review, analyze, and export academic growth data.</a:t>
            </a:r>
          </a:p>
          <a:p>
            <a:pPr/>
            <a:r>
              <a:t>Centralized, secure, and scalable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Role-Based Access Control (Student / Teacher).</a:t>
            </a:r>
          </a:p>
          <a:p>
            <a:pPr/>
            <a:r>
              <a:t>Growth Hub with reflective activities.</a:t>
            </a:r>
          </a:p>
          <a:p>
            <a:pPr/>
            <a:r>
              <a:t>Self-Assessment module with structured questions.</a:t>
            </a:r>
          </a:p>
          <a:p>
            <a:pPr/>
            <a:r>
              <a:t>Teacher dashboards with analytics and exports.</a:t>
            </a:r>
          </a:p>
          <a:p>
            <a:pPr/>
            <a:r>
              <a:t>Automated email notifications and audit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Backend: Python (Flask)</a:t>
            </a:r>
          </a:p>
          <a:p>
            <a:pPr/>
            <a:r>
              <a:t>Frontend: HTML, Tailwind CSS, Jinja2</a:t>
            </a:r>
          </a:p>
          <a:p>
            <a:pPr/>
            <a:r>
              <a:t>Database: MongoDB (with GridFS for files)</a:t>
            </a:r>
          </a:p>
          <a:p>
            <a:pPr/>
            <a:r>
              <a:t>Authentication: Flask-Login, Role-based decorators</a:t>
            </a:r>
          </a:p>
          <a:p>
            <a:pPr/>
            <a:r>
              <a:t>Automation &amp; Testing: Selenium-based UI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 of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All application routes audited programmatically.</a:t>
            </a:r>
          </a:p>
          <a:p>
            <a:pPr/>
            <a:r>
              <a:t>All templates validated for rendering errors.</a:t>
            </a:r>
          </a:p>
          <a:p>
            <a:pPr/>
            <a:r>
              <a:t>Automated browser-based screenshots for all roles.</a:t>
            </a:r>
          </a:p>
          <a:p>
            <a:pPr/>
            <a:r>
              <a:t>Separate visual proof for Student and Teacher dashboards.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&amp; Academic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Encourages reflective learning and self-awareness.</a:t>
            </a:r>
          </a:p>
          <a:p>
            <a:pPr/>
            <a:r>
              <a:t>Provides teachers with qualitative growth insights.</a:t>
            </a:r>
          </a:p>
          <a:p>
            <a:pPr/>
            <a:r>
              <a:t>Reduces manual workload and improves transparency.</a:t>
            </a:r>
          </a:p>
          <a:p>
            <a:pPr/>
            <a:r>
              <a:t>Designed specifically for institutional academic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Know-Thyself bridges the gap between academic performance and personal growth.</a:t>
            </a:r>
          </a:p>
          <a:p>
            <a:pPr/>
            <a:r>
              <a:t>The project demonstrates technical depth, innovation, and real-world usability.</a:t>
            </a:r>
          </a:p>
          <a:p>
            <a:pPr/>
            <a:r>
              <a:t>Fully implemented, tested, and validated with visual and functional proof.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